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6" r:id="rId1"/>
  </p:sldMasterIdLst>
  <p:sldIdLst>
    <p:sldId id="256" r:id="rId2"/>
  </p:sldIdLst>
  <p:sldSz cx="10080625" cy="7559675"/>
  <p:notesSz cx="7559675" cy="10691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448" y="-104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912615" y="336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80625" cy="277188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1290" y="7045618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12094" y="3107866"/>
            <a:ext cx="7056438" cy="1931917"/>
          </a:xfrm>
        </p:spPr>
        <p:txBody>
          <a:bodyPr/>
          <a:lstStyle>
            <a:lvl1pPr marL="0" indent="0" algn="ctr">
              <a:buNone/>
              <a:defRPr sz="1800" b="1" cap="all" spc="276" baseline="0">
                <a:solidFill>
                  <a:schemeClr val="tx2"/>
                </a:solidFill>
              </a:defRPr>
            </a:lvl1pPr>
            <a:lvl2pPr marL="503972" indent="0" algn="ctr">
              <a:buNone/>
            </a:lvl2pPr>
            <a:lvl3pPr marL="1007943" indent="0" algn="ctr">
              <a:buNone/>
            </a:lvl3pPr>
            <a:lvl4pPr marL="1511915" indent="0" algn="ctr">
              <a:buNone/>
            </a:lvl4pPr>
            <a:lvl5pPr marL="2015886" indent="0" algn="ctr">
              <a:buNone/>
            </a:lvl5pPr>
            <a:lvl6pPr marL="2519858" indent="0" algn="ctr">
              <a:buNone/>
            </a:lvl6pPr>
            <a:lvl7pPr marL="3023829" indent="0" algn="ctr">
              <a:buNone/>
            </a:lvl7pPr>
            <a:lvl8pPr marL="3527801" indent="0" algn="ctr">
              <a:buNone/>
            </a:lvl8pPr>
            <a:lvl9pPr marL="4031772" indent="0" algn="ctr">
              <a:buNone/>
            </a:lvl9pPr>
          </a:lstStyle>
          <a:p>
            <a:r>
              <a:rPr kumimoji="0" lang="nl-BE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71371" y="2667725"/>
            <a:ext cx="973788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8010" y="16799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704292" y="2331740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808458" y="2435895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788297" y="2424487"/>
            <a:ext cx="504031" cy="48647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6047" y="419982"/>
            <a:ext cx="8568531" cy="1931917"/>
          </a:xfrm>
        </p:spPr>
        <p:txBody>
          <a:bodyPr anchor="b"/>
          <a:lstStyle>
            <a:lvl1pPr>
              <a:defRPr sz="4600">
                <a:solidFill>
                  <a:schemeClr val="accent1"/>
                </a:solidFill>
              </a:defRPr>
            </a:lvl1pPr>
          </a:lstStyle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08458" y="1131386"/>
            <a:ext cx="504031" cy="486479"/>
          </a:xfr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32661" y="1683288"/>
            <a:ext cx="9374981" cy="5039783"/>
          </a:xfrm>
        </p:spPr>
        <p:txBody>
          <a:bodyPr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912615" y="20999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68010" y="2519891"/>
            <a:ext cx="9737884" cy="3359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71371" y="156917"/>
            <a:ext cx="9737884" cy="2358619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595" y="3023870"/>
            <a:ext cx="7143942" cy="1844421"/>
          </a:xfrm>
        </p:spPr>
        <p:txBody>
          <a:bodyPr anchor="t"/>
          <a:lstStyle>
            <a:lvl1pPr marL="0" indent="0" algn="ctr">
              <a:buNone/>
              <a:defRPr sz="1800" b="1" cap="all" spc="276" baseline="0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BE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1290" y="7045618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68010" y="16799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68010" y="2687884"/>
            <a:ext cx="973788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704292" y="2331740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808458" y="2435895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88297" y="2424487"/>
            <a:ext cx="504031" cy="48647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587975"/>
            <a:ext cx="8568531" cy="1679928"/>
          </a:xfrm>
        </p:spPr>
        <p:txBody>
          <a:bodyPr anchor="b"/>
          <a:lstStyle>
            <a:lvl1pPr algn="ctr">
              <a:buNone/>
              <a:defRPr sz="46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661" y="251989"/>
            <a:ext cx="9408583" cy="836604"/>
          </a:xfrm>
        </p:spPr>
        <p:txBody>
          <a:bodyPr/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84396" y="7065776"/>
            <a:ext cx="3356848" cy="403183"/>
          </a:xfrm>
        </p:spPr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030479" y="1736865"/>
            <a:ext cx="9835" cy="5312669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32661" y="1511935"/>
            <a:ext cx="4452276" cy="516073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292328" y="1511935"/>
            <a:ext cx="4452276" cy="5160738"/>
          </a:xfrm>
        </p:spPr>
        <p:txBody>
          <a:bodyPr/>
          <a:lstStyle>
            <a:lvl1pPr>
              <a:defRPr sz="2800"/>
            </a:lvl1pPr>
          </a:lstStyle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040313" y="2425395"/>
            <a:ext cx="0" cy="461644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0080625" cy="159593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9912615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68010" y="1511935"/>
            <a:ext cx="9737884" cy="1007957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60870" y="7045617"/>
            <a:ext cx="9737884" cy="34270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660" y="1679928"/>
            <a:ext cx="4454027" cy="807968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400" b="1" dirty="0" smtClean="0">
                <a:solidFill>
                  <a:srgbClr val="FFFFFF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nl-BE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282109" y="1679928"/>
            <a:ext cx="4455776" cy="806365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400" b="1"/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</a:lstStyle>
          <a:p>
            <a:pPr lvl="0" eaLnBrk="1" latinLnBrk="0" hangingPunct="1"/>
            <a:r>
              <a:rPr kumimoji="0" lang="nl-BE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6021" y="7065776"/>
            <a:ext cx="3948245" cy="40318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68010" y="1411139"/>
            <a:ext cx="973788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68010" y="17135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32661" y="2724242"/>
            <a:ext cx="4455636" cy="4209083"/>
          </a:xfrm>
        </p:spPr>
        <p:txBody>
          <a:bodyPr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5292328" y="2724242"/>
            <a:ext cx="4452276" cy="4213259"/>
          </a:xfrm>
        </p:spPr>
        <p:txBody>
          <a:bodyPr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704292" y="1053853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808458" y="1158008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788297" y="1149071"/>
            <a:ext cx="504031" cy="486479"/>
          </a:xfrm>
        </p:spPr>
        <p:txBody>
          <a:bodyPr/>
          <a:lstStyle>
            <a:lvl1pPr algn="ctr">
              <a:defRPr/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788297" y="1142021"/>
            <a:ext cx="504031" cy="486479"/>
          </a:xfr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0080625" cy="17135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9912615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1290" y="7045618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8010" y="174712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704292" y="6971700"/>
            <a:ext cx="672042" cy="48647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68010" y="167993"/>
            <a:ext cx="9737884" cy="33598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9912615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0080625" cy="131034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68010" y="671971"/>
            <a:ext cx="3024188" cy="6467722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026" y="1007957"/>
            <a:ext cx="2604161" cy="1091953"/>
          </a:xfrm>
        </p:spPr>
        <p:txBody>
          <a:bodyPr anchor="b">
            <a:noAutofit/>
          </a:bodyPr>
          <a:lstStyle>
            <a:lvl1pPr algn="l"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20026" y="2183907"/>
            <a:ext cx="2604161" cy="4569054"/>
          </a:xfrm>
        </p:spPr>
        <p:txBody>
          <a:bodyPr/>
          <a:lstStyle>
            <a:lvl1pPr marL="0" indent="0">
              <a:spcAft>
                <a:spcPts val="1102"/>
              </a:spcAft>
              <a:buNone/>
              <a:defRPr sz="1800">
                <a:solidFill>
                  <a:srgbClr val="FFFFFF"/>
                </a:solidFill>
              </a:defRPr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nl-BE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8010" y="16799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68010" y="587975"/>
            <a:ext cx="973788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444214" y="755967"/>
            <a:ext cx="6216385" cy="5963744"/>
          </a:xfrm>
        </p:spPr>
        <p:txBody>
          <a:bodyPr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428088" y="251989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532255" y="356145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2094" y="344736"/>
            <a:ext cx="504031" cy="486479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64650" y="7042012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661" y="7066773"/>
            <a:ext cx="3729831" cy="403183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68010" y="587975"/>
            <a:ext cx="973788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9912615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68010" y="167993"/>
            <a:ext cx="9737884" cy="33262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68010" y="671971"/>
            <a:ext cx="3024188" cy="6467722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8010" y="17135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428088" y="251989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532255" y="356145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12094" y="344736"/>
            <a:ext cx="504031" cy="486479"/>
          </a:xfr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7705" y="5543762"/>
            <a:ext cx="6468401" cy="1343942"/>
          </a:xfrm>
        </p:spPr>
        <p:txBody>
          <a:bodyPr anchor="t">
            <a:noAutofit/>
          </a:bodyPr>
          <a:lstStyle>
            <a:lvl1pPr algn="l">
              <a:buNone/>
              <a:defRPr sz="2600" b="1">
                <a:solidFill>
                  <a:schemeClr val="tx2"/>
                </a:solidFill>
              </a:defRPr>
            </a:lvl1pPr>
          </a:lstStyle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07705" y="671971"/>
            <a:ext cx="6468401" cy="4703798"/>
          </a:xfrm>
        </p:spPr>
        <p:txBody>
          <a:bodyPr/>
          <a:lstStyle>
            <a:lvl1pPr marL="0" indent="0">
              <a:buNone/>
              <a:defRPr sz="3500"/>
            </a:lvl1pPr>
          </a:lstStyle>
          <a:p>
            <a:r>
              <a:rPr kumimoji="0" lang="nl-BE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026" y="1091953"/>
            <a:ext cx="2688167" cy="5795751"/>
          </a:xfrm>
        </p:spPr>
        <p:txBody>
          <a:bodyPr/>
          <a:lstStyle>
            <a:lvl1pPr marL="0" indent="0">
              <a:spcAft>
                <a:spcPts val="1102"/>
              </a:spcAft>
              <a:buFontTx/>
              <a:buNone/>
              <a:defRPr sz="1800">
                <a:solidFill>
                  <a:srgbClr val="FFFFFF"/>
                </a:solidFill>
              </a:defRPr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nl-BE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64650" y="7042012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81036" y="7060309"/>
            <a:ext cx="3356848" cy="403183"/>
          </a:xfrm>
        </p:spPr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2661" y="7066773"/>
            <a:ext cx="3951605" cy="40318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728479" y="0"/>
            <a:ext cx="2352146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0080625" cy="17135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61290" y="7045618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68010" y="17135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434156" y="3613525"/>
            <a:ext cx="688434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7540307" y="3225112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7644474" y="3329267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4313" y="3317859"/>
            <a:ext cx="504031" cy="486479"/>
          </a:xfr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6021" y="335986"/>
            <a:ext cx="7224448" cy="6416978"/>
          </a:xfrm>
        </p:spPr>
        <p:txBody>
          <a:bodyPr vert="eaVert"/>
          <a:lstStyle/>
          <a:p>
            <a:pPr lvl="0" eaLnBrk="1" latinLnBrk="0" hangingPunct="1"/>
            <a:r>
              <a:rPr lang="nl-BE" smtClean="0"/>
              <a:t>Click to edit Master text styles</a:t>
            </a:r>
          </a:p>
          <a:p>
            <a:pPr lvl="1" eaLnBrk="1" latinLnBrk="0" hangingPunct="1"/>
            <a:r>
              <a:rPr lang="nl-BE" smtClean="0"/>
              <a:t>Second level</a:t>
            </a:r>
          </a:p>
          <a:p>
            <a:pPr lvl="2" eaLnBrk="1" latinLnBrk="0" hangingPunct="1"/>
            <a:r>
              <a:rPr lang="nl-BE" smtClean="0"/>
              <a:t>Third level</a:t>
            </a:r>
          </a:p>
          <a:p>
            <a:pPr lvl="3" eaLnBrk="1" latinLnBrk="0" hangingPunct="1"/>
            <a:r>
              <a:rPr lang="nl-BE" smtClean="0"/>
              <a:t>Fourth level</a:t>
            </a:r>
          </a:p>
          <a:p>
            <a:pPr lvl="4" eaLnBrk="1" latinLnBrk="0" hangingPunct="1"/>
            <a:r>
              <a:rPr lang="nl-BE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8505" y="335987"/>
            <a:ext cx="1596099" cy="6450223"/>
          </a:xfrm>
        </p:spPr>
        <p:txBody>
          <a:bodyPr vert="eaVert"/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7391682"/>
            <a:ext cx="10080625" cy="16799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"/>
            <a:ext cx="10080625" cy="153593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9912615" y="0"/>
            <a:ext cx="168010" cy="75596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4650" y="7042012"/>
            <a:ext cx="9737884" cy="34123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384396" y="7060309"/>
            <a:ext cx="3356848" cy="403183"/>
          </a:xfrm>
          <a:prstGeom prst="rect">
            <a:avLst/>
          </a:prstGeom>
        </p:spPr>
        <p:txBody>
          <a:bodyPr vert="horz" lIns="100794" tIns="50397" rIns="100794" bIns="50397"/>
          <a:lstStyle>
            <a:lvl1pPr algn="r" eaLnBrk="1" latinLnBrk="0" hangingPunct="1">
              <a:defRPr kumimoji="0" sz="1500">
                <a:solidFill>
                  <a:srgbClr val="FFFFFF"/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30/04/15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36021" y="7066773"/>
            <a:ext cx="3948245" cy="403183"/>
          </a:xfrm>
          <a:prstGeom prst="rect">
            <a:avLst/>
          </a:prstGeom>
        </p:spPr>
        <p:txBody>
          <a:bodyPr vert="horz" lIns="100794" tIns="50397" rIns="100794" bIns="50397"/>
          <a:lstStyle>
            <a:lvl1pPr algn="l" eaLnBrk="1" latinLnBrk="0" hangingPunct="1">
              <a:defRPr kumimoji="0" sz="13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68010" y="171353"/>
            <a:ext cx="9737884" cy="721697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68010" y="1407373"/>
            <a:ext cx="973788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100794" tIns="50397" rIns="100794" bIns="50397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704292" y="1053853"/>
            <a:ext cx="672042" cy="671971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808458" y="1158008"/>
            <a:ext cx="463709" cy="46366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788297" y="1146600"/>
            <a:ext cx="504031" cy="486479"/>
          </a:xfrm>
          <a:prstGeom prst="rect">
            <a:avLst/>
          </a:prstGeom>
        </p:spPr>
        <p:txBody>
          <a:bodyPr vert="horz" lIns="50397" tIns="50397" rIns="50397" bIns="50397" anchor="ctr">
            <a:normAutofit/>
          </a:bodyPr>
          <a:lstStyle>
            <a:lvl1pPr algn="ctr" eaLnBrk="1" latinLnBrk="0" hangingPunct="1">
              <a:defRPr kumimoji="0" sz="18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32661" y="251989"/>
            <a:ext cx="9408583" cy="836604"/>
          </a:xfrm>
          <a:prstGeom prst="rect">
            <a:avLst/>
          </a:prstGeom>
        </p:spPr>
        <p:txBody>
          <a:bodyPr vert="horz" lIns="100794" tIns="50397" rIns="100794" bIns="50397" anchor="b">
            <a:normAutofit/>
          </a:bodyPr>
          <a:lstStyle/>
          <a:p>
            <a:r>
              <a:rPr kumimoji="0" lang="nl-BE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32661" y="1679928"/>
            <a:ext cx="9408583" cy="5070022"/>
          </a:xfrm>
          <a:prstGeom prst="rect">
            <a:avLst/>
          </a:prstGeom>
        </p:spPr>
        <p:txBody>
          <a:bodyPr vert="horz" lIns="100794" tIns="50397" rIns="100794" bIns="50397">
            <a:normAutofit/>
          </a:bodyPr>
          <a:lstStyle/>
          <a:p>
            <a:pPr lvl="0" eaLnBrk="1" latinLnBrk="0" hangingPunct="1"/>
            <a:r>
              <a:rPr kumimoji="0" lang="nl-BE" smtClean="0"/>
              <a:t>Click to edit Master text styles</a:t>
            </a:r>
          </a:p>
          <a:p>
            <a:pPr lvl="1" eaLnBrk="1" latinLnBrk="0" hangingPunct="1"/>
            <a:r>
              <a:rPr kumimoji="0" lang="nl-BE" smtClean="0"/>
              <a:t>Second level</a:t>
            </a:r>
          </a:p>
          <a:p>
            <a:pPr lvl="2" eaLnBrk="1" latinLnBrk="0" hangingPunct="1"/>
            <a:r>
              <a:rPr kumimoji="0" lang="nl-BE" smtClean="0"/>
              <a:t>Third level</a:t>
            </a:r>
          </a:p>
          <a:p>
            <a:pPr lvl="3" eaLnBrk="1" latinLnBrk="0" hangingPunct="1"/>
            <a:r>
              <a:rPr kumimoji="0" lang="nl-BE" smtClean="0"/>
              <a:t>Fourth level</a:t>
            </a:r>
          </a:p>
          <a:p>
            <a:pPr lvl="4" eaLnBrk="1" latinLnBrk="0" hangingPunct="1"/>
            <a:r>
              <a:rPr kumimoji="0" lang="nl-BE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ctr" rtl="0" eaLnBrk="1" latinLnBrk="0" hangingPunct="1">
        <a:spcBef>
          <a:spcPct val="0"/>
        </a:spcBef>
        <a:buNone/>
        <a:defRPr kumimoji="0" sz="36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302383" indent="-302383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04766" indent="-302383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07149" indent="-25198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9532" indent="-25198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511915" indent="-25198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14298" indent="-201589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16681" indent="-201589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18269" indent="-201589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620652" indent="-201589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5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504000" y="301320"/>
            <a:ext cx="9070920" cy="1261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7" name="CustomShape 2"/>
          <p:cNvSpPr/>
          <p:nvPr/>
        </p:nvSpPr>
        <p:spPr>
          <a:xfrm>
            <a:off x="504000" y="1769040"/>
            <a:ext cx="9070920" cy="438372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TextShape 3"/>
          <p:cNvSpPr txBox="1"/>
          <p:nvPr/>
        </p:nvSpPr>
        <p:spPr>
          <a:xfrm>
            <a:off x="504000" y="301320"/>
            <a:ext cx="9070920" cy="1262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lang="fr-FR" sz="4400" dirty="0">
                <a:latin typeface="Arial"/>
              </a:rPr>
              <a:t>{</a:t>
            </a:r>
            <a:r>
              <a:rPr lang="fr-FR" sz="4400" dirty="0" smtClean="0">
                <a:latin typeface="Arial"/>
              </a:rPr>
              <a:t>!</a:t>
            </a:r>
            <a:r>
              <a:rPr lang="fr-FR" sz="4400" dirty="0" err="1" smtClean="0">
                <a:latin typeface="Arial"/>
              </a:rPr>
              <a:t>orders</a:t>
            </a:r>
            <a:r>
              <a:rPr lang="fr-FR" sz="4400" dirty="0">
                <a:latin typeface="Arial"/>
              </a:rPr>
              <a:t>[0].</a:t>
            </a:r>
            <a:r>
              <a:rPr lang="fr-FR" sz="4400" dirty="0" err="1">
                <a:latin typeface="Arial"/>
              </a:rPr>
              <a:t>product</a:t>
            </a:r>
            <a:r>
              <a:rPr lang="fr-FR" sz="4400" dirty="0">
                <a:latin typeface="Arial"/>
              </a:rPr>
              <a:t>}  Product : {</a:t>
            </a:r>
            <a:r>
              <a:rPr lang="fr-FR" sz="4400" dirty="0" err="1">
                <a:latin typeface="Arial"/>
              </a:rPr>
              <a:t>product_name</a:t>
            </a:r>
            <a:r>
              <a:rPr lang="fr-FR" sz="4400" dirty="0">
                <a:latin typeface="Arial"/>
              </a:rPr>
              <a:t>}</a:t>
            </a:r>
            <a:endParaRPr dirty="0"/>
          </a:p>
        </p:txBody>
      </p:sp>
      <p:sp>
        <p:nvSpPr>
          <p:cNvPr id="39" name="TextShape 4"/>
          <p:cNvSpPr txBox="1"/>
          <p:nvPr/>
        </p:nvSpPr>
        <p:spPr>
          <a:xfrm>
            <a:off x="504000" y="1768680"/>
            <a:ext cx="9071640" cy="43837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fr-FR" sz="3200" dirty="0">
                <a:latin typeface="Arial"/>
              </a:rPr>
              <a:t>{</a:t>
            </a:r>
            <a:r>
              <a:rPr lang="fr-FR" sz="3200" dirty="0" err="1">
                <a:latin typeface="Arial"/>
              </a:rPr>
              <a:t>quantity</a:t>
            </a:r>
            <a:r>
              <a:rPr lang="fr-FR" sz="3200" dirty="0">
                <a:latin typeface="Arial"/>
              </a:rPr>
              <a:t>} x {</a:t>
            </a:r>
            <a:r>
              <a:rPr lang="fr-FR" sz="3200" dirty="0" err="1">
                <a:latin typeface="Arial"/>
              </a:rPr>
              <a:t>unit_price</a:t>
            </a:r>
            <a:r>
              <a:rPr lang="fr-FR" sz="3200" dirty="0">
                <a:latin typeface="Arial"/>
              </a:rPr>
              <a:t>} € = {</a:t>
            </a:r>
            <a:r>
              <a:rPr lang="fr-FR" sz="3200" dirty="0" err="1">
                <a:latin typeface="Arial"/>
              </a:rPr>
              <a:t>quantity</a:t>
            </a:r>
            <a:r>
              <a:rPr lang="fr-FR" sz="3200" dirty="0">
                <a:latin typeface="Arial"/>
              </a:rPr>
              <a:t>*</a:t>
            </a:r>
            <a:r>
              <a:rPr lang="fr-FR" sz="3200" dirty="0" err="1">
                <a:latin typeface="Arial"/>
              </a:rPr>
              <a:t>unit_price</a:t>
            </a:r>
            <a:r>
              <a:rPr lang="fr-FR" sz="3200" dirty="0">
                <a:latin typeface="Arial"/>
              </a:rPr>
              <a:t>} </a:t>
            </a:r>
            <a:r>
              <a:rPr lang="fr-FR" sz="3200" dirty="0" smtClean="0">
                <a:latin typeface="Arial"/>
              </a:rPr>
              <a:t>€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7500" y="1067760"/>
            <a:ext cx="1172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{%image}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Civic.thmx</Template>
  <TotalTime>7</TotalTime>
  <Words>29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Civic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Dimitri Gielis</cp:lastModifiedBy>
  <cp:revision>11</cp:revision>
  <dcterms:modified xsi:type="dcterms:W3CDTF">2015-04-30T00:51:48Z</dcterms:modified>
</cp:coreProperties>
</file>